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</c:v>
                </c:pt>
              </c:strCache>
            </c:strRef>
          </c:tx>
          <c:spPr>
            <a:solidFill>
              <a:srgbClr val="C496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Mo 1</c:v>
                  </c:pt>
                  <c:pt idx="1">
                    <c:v>Mo 2</c:v>
                  </c:pt>
                  <c:pt idx="2">
                    <c:v>Mo 3</c:v>
                  </c:pt>
                  <c:pt idx="3">
                    <c:v>Mo 4</c:v>
                  </c:pt>
                  <c:pt idx="4">
                    <c:v>Mo 5</c:v>
                  </c:pt>
                  <c:pt idx="5">
                    <c:v>Mo 6</c:v>
                  </c:pt>
                  <c:pt idx="6">
                    <c:v>Mo 7</c:v>
                  </c:pt>
                  <c:pt idx="7">
                    <c:v>Mo 8</c:v>
                  </c:pt>
                  <c:pt idx="8">
                    <c:v>Mo 9</c:v>
                  </c:pt>
                  <c:pt idx="9">
                    <c:v>Mo 10</c:v>
                  </c:pt>
                  <c:pt idx="10">
                    <c:v>Mo 11</c:v>
                  </c:pt>
                  <c:pt idx="11">
                    <c:v>Mo 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200</c:v>
                </c:pt>
                <c:pt idx="2">
                  <c:v>420</c:v>
                </c:pt>
                <c:pt idx="3">
                  <c:v>700</c:v>
                </c:pt>
                <c:pt idx="4">
                  <c:v>1100</c:v>
                </c:pt>
                <c:pt idx="5">
                  <c:v>1650</c:v>
                </c:pt>
                <c:pt idx="6">
                  <c:v>2400</c:v>
                </c:pt>
                <c:pt idx="7">
                  <c:v>3400</c:v>
                </c:pt>
                <c:pt idx="8">
                  <c:v>4600</c:v>
                </c:pt>
                <c:pt idx="9">
                  <c:v>5800</c:v>
                </c:pt>
                <c:pt idx="10">
                  <c:v>6900</c:v>
                </c:pt>
                <c:pt idx="11">
                  <c:v>7800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7B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7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7B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7F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731520"/>
            <a:ext cx="3200400" cy="3200400"/>
          </a:xfrm>
          <a:prstGeom prst="ellipse">
            <a:avLst/>
          </a:prstGeom>
          <a:solidFill>
            <a:srgbClr val="2E201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280160"/>
            <a:ext cx="2103120" cy="2103120"/>
          </a:xfrm>
          <a:prstGeom prst="ellipse">
            <a:avLst/>
          </a:prstGeom>
          <a:solidFill>
            <a:srgbClr val="C4965A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C99A"/>
                </a:solidFill>
              </a:rPr>
              <a:t>WEEKLY CHECK-IN · APRIL 26,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Verse for You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463040" cy="384048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517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1710"/>
                </a:solidFill>
              </a:rPr>
              <a:t>CHECK-IN #3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1272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7B6A"/>
                </a:solidFill>
              </a:rPr>
              <a:t>AI Features · Design Polish · App Store Submitted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0F09"/>
          </a:solidFill>
          <a:ln w="12700">
            <a:solidFill>
              <a:srgbClr val="140F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Prepared by Claude · Verse for You Build Session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710"/>
          </a:solidFill>
          <a:ln w="12700">
            <a:solidFill>
              <a:srgbClr val="1E17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99A"/>
                </a:solidFill>
              </a:rPr>
              <a:t>APP STATUS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Verse for You · Check-In #3 · April 26,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Stand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252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B6A"/>
                </a:solidFill>
              </a:rPr>
              <a:t>As of April 26, 2026 — Check-In #3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664208"/>
            <a:ext cx="1938528" cy="169164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664208"/>
            <a:ext cx="64008" cy="1691640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737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29768" y="23591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Complete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6334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Up from 95%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9736" y="1664208"/>
            <a:ext cx="1938528" cy="169164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9736" y="1664208"/>
            <a:ext cx="64008" cy="1691640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96896" y="1737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96896" y="23591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Screens Built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96896" y="26334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Home · Search · Journal · Settings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26864" y="1664208"/>
            <a:ext cx="1938528" cy="169164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1664208"/>
            <a:ext cx="64008" cy="1691640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4024" y="1737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64024" y="23591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TestFlight Beta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64024" y="26334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Beta testers onboarded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93992" y="1664208"/>
            <a:ext cx="1938528" cy="169164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93992" y="1664208"/>
            <a:ext cx="64008" cy="1691640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31152" y="1737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Q&amp;A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931152" y="23591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Ask + Related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31152" y="26334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Live in TestFlight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2608" y="3520440"/>
            <a:ext cx="8558784" cy="137160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92608" y="3520440"/>
            <a:ext cx="8558784" cy="347472"/>
          </a:xfrm>
          <a:prstGeom prst="rect">
            <a:avLst/>
          </a:prstGeom>
          <a:solidFill>
            <a:srgbClr val="1E1710"/>
          </a:solidFill>
          <a:ln w="12700">
            <a:solidFill>
              <a:srgbClr val="1E17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20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C99A"/>
                </a:solidFill>
              </a:rPr>
              <a:t>SHIPPED THIS WEEK</a:t>
            </a:r>
            <a:endParaRPr lang="en-US" sz="9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977640"/>
            <a:ext cx="201168" cy="20116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58952" y="39502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Serif typography + shadow-elevated verse cards</a:t>
            </a:r>
            <a:endParaRPr lang="en-US" sz="10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270248"/>
            <a:ext cx="201168" cy="20116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58952" y="4242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“Ask About This Verse” AI Q&amp;A shipped</a:t>
            </a:r>
            <a:endParaRPr lang="en-US" sz="100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62856"/>
            <a:ext cx="201168" cy="20116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58952" y="45354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Bible reference hallucination guard added</a:t>
            </a:r>
            <a:endParaRPr lang="en-US" sz="10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977640"/>
            <a:ext cx="201168" cy="20116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010912" y="39502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Share cards redesigned for viral reach</a:t>
            </a:r>
            <a:endParaRPr lang="en-US" sz="100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270248"/>
            <a:ext cx="201168" cy="20116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010912" y="4242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“You Might Also Reflect On” related verses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710"/>
          </a:solidFill>
          <a:ln w="12700">
            <a:solidFill>
              <a:srgbClr val="1E17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99A"/>
                </a:solidFill>
              </a:rPr>
              <a:t>THIS WEEK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Verse for You · Check-In #3 · April 26,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Big Builds This Week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252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B6A"/>
                </a:solidFill>
              </a:rPr>
              <a:t>Features that deepen the app and grow the audience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664208"/>
            <a:ext cx="8558784" cy="91440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664208"/>
            <a:ext cx="566928" cy="914400"/>
          </a:xfrm>
          <a:prstGeom prst="rect">
            <a:avLst/>
          </a:prstGeom>
          <a:solidFill>
            <a:srgbClr val="1E1710"/>
          </a:solidFill>
          <a:ln w="12700">
            <a:solidFill>
              <a:srgbClr val="1E171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664208"/>
            <a:ext cx="566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9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87552" y="1773936"/>
            <a:ext cx="1005840" cy="219456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77393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DESIGN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103120" y="1755648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14"/>
                </a:solidFill>
              </a:rPr>
              <a:t>Design Polish Sprint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2066544"/>
            <a:ext cx="7635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Serif fonts for all verse text. Shadow-elevated cards replacing flat borders. Pastoral error messages. Refreshed empty state copy. The app now reads as devotional, not functional.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" y="2688336"/>
            <a:ext cx="8558784" cy="91440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608" y="2688336"/>
            <a:ext cx="566928" cy="914400"/>
          </a:xfrm>
          <a:prstGeom prst="rect">
            <a:avLst/>
          </a:prstGeom>
          <a:solidFill>
            <a:srgbClr val="1E1710"/>
          </a:solidFill>
          <a:ln w="12700">
            <a:solidFill>
              <a:srgbClr val="1E17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688336"/>
            <a:ext cx="566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9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87552" y="2798064"/>
            <a:ext cx="1005840" cy="219456"/>
          </a:xfrm>
          <a:prstGeom prst="rect">
            <a:avLst/>
          </a:prstGeom>
          <a:solidFill>
            <a:srgbClr val="7A6A9E"/>
          </a:solidFill>
          <a:ln w="12700">
            <a:solidFill>
              <a:srgbClr val="7A6A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279806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AI Q&amp;A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03120" y="2779776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14"/>
                </a:solidFill>
              </a:rPr>
              <a:t>Ask About This Verse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" y="3090672"/>
            <a:ext cx="7635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Users now tap preset chips (“Why this verse?”, “How do I apply this?”) or enter free-form questions on any verse. AI answers inline with animated reveal.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608" y="3712464"/>
            <a:ext cx="8558784" cy="91440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2608" y="3712464"/>
            <a:ext cx="566928" cy="914400"/>
          </a:xfrm>
          <a:prstGeom prst="rect">
            <a:avLst/>
          </a:prstGeom>
          <a:solidFill>
            <a:srgbClr val="1E1710"/>
          </a:solidFill>
          <a:ln w="12700">
            <a:solidFill>
              <a:srgbClr val="1E171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3712464"/>
            <a:ext cx="566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9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87552" y="3822192"/>
            <a:ext cx="1005840" cy="219456"/>
          </a:xfrm>
          <a:prstGeom prst="rect">
            <a:avLst/>
          </a:prstGeom>
          <a:solidFill>
            <a:srgbClr val="5A7A8A"/>
          </a:solidFill>
          <a:ln w="12700">
            <a:solidFill>
              <a:srgbClr val="5A7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382219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TRUST &amp; REACH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03120" y="3803904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14"/>
                </a:solidFill>
              </a:rPr>
              <a:t>Hallucination Guard + Viral Share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" y="4114800"/>
            <a:ext cx="7635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66-book Bible canon validates all AI verse references before they reach the client. Share cards redesigned with emotion context and app link. Milestone prompts fire at 10/25/50 verses discovered.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710"/>
          </a:solidFill>
          <a:ln w="12700">
            <a:solidFill>
              <a:srgbClr val="1E17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99A"/>
                </a:solidFill>
              </a:rPr>
              <a:t>MONETIZATION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Verse for You · Check-In #3 · April 26,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Verse for You Makes Money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252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B6A"/>
                </a:solidFill>
              </a:rPr>
              <a:t>Updated freemium model — lower barrier, clearer upgrade path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664208"/>
            <a:ext cx="2743200" cy="306324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8105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7B6A"/>
                </a:solidFill>
              </a:rPr>
              <a:t>FREE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2414016" cy="0"/>
          </a:xfrm>
          <a:prstGeom prst="line">
            <a:avLst/>
          </a:prstGeom>
          <a:noFill/>
          <a:ln w="12700">
            <a:solidFill>
              <a:srgbClr val="EDE7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61488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· 5 verse searches/day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054096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· Verse of the Day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346704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· Basic journal (local)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63931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· 3 Bible translations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· Donation option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2414016" cy="201168"/>
          </a:xfrm>
          <a:prstGeom prst="rect">
            <a:avLst/>
          </a:prstGeom>
          <a:solidFill>
            <a:srgbClr val="8B7B6A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80560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7B6A"/>
                </a:solidFill>
              </a:rPr>
              <a:t>Great for casual users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0" y="1664208"/>
            <a:ext cx="2743200" cy="3063240"/>
          </a:xfrm>
          <a:prstGeom prst="rect">
            <a:avLst/>
          </a:prstGeom>
          <a:solidFill>
            <a:srgbClr val="1E1710"/>
          </a:solidFill>
          <a:ln w="12700">
            <a:solidFill>
              <a:srgbClr val="C496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664208"/>
            <a:ext cx="2743200" cy="54864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8105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99A"/>
                </a:solidFill>
              </a:rPr>
              <a:t>PREMIUM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64992" y="20665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$4.99/mo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3364992" y="2670048"/>
            <a:ext cx="2414016" cy="0"/>
          </a:xfrm>
          <a:prstGeom prst="line">
            <a:avLst/>
          </a:prstGeom>
          <a:noFill/>
          <a:ln w="12700">
            <a:solidFill>
              <a:srgbClr val="3A2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2761488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5B0"/>
                </a:solidFill>
              </a:rPr>
              <a:t>· Unlimited verse searches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64992" y="3054096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5B0"/>
                </a:solidFill>
              </a:rPr>
              <a:t>· Cloud journal sync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64992" y="3346704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5B0"/>
                </a:solidFill>
              </a:rPr>
              <a:t>· All 9 translations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64992" y="363931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5B0"/>
                </a:solidFill>
              </a:rPr>
              <a:t>· Offline mode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64992" y="393192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5B0"/>
                </a:solidFill>
              </a:rPr>
              <a:t>· Ad-free forever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64992" y="4480560"/>
            <a:ext cx="2414016" cy="201168"/>
          </a:xfrm>
          <a:prstGeom prst="rect">
            <a:avLst/>
          </a:prstGeom>
          <a:solidFill>
            <a:srgbClr val="C496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4480560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710"/>
                </a:solidFill>
              </a:rPr>
              <a:t>Primary revenue driver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08192" y="1664208"/>
            <a:ext cx="2743200" cy="306324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72784" y="18105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7B6A"/>
                </a:solidFill>
              </a:rPr>
              <a:t>DONATIONS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72784" y="20665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One-time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6272784" y="2670048"/>
            <a:ext cx="2414016" cy="0"/>
          </a:xfrm>
          <a:prstGeom prst="line">
            <a:avLst/>
          </a:prstGeom>
          <a:noFill/>
          <a:ln w="12700">
            <a:solidFill>
              <a:srgbClr val="EDE7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72784" y="2761488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· $5 · $10 · $25 · $50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72784" y="3054096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· Stripe Checkout (live)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72784" y="3346704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· No account required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72784" y="363931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· Community goodwill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72784" y="393192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· Strong at launch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72784" y="4480560"/>
            <a:ext cx="2414016" cy="201168"/>
          </a:xfrm>
          <a:prstGeom prst="rect">
            <a:avLst/>
          </a:prstGeom>
          <a:solidFill>
            <a:srgbClr val="5A7A5A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72784" y="4480560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7B6A"/>
                </a:solidFill>
              </a:rPr>
              <a:t>Already built &amp; live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710"/>
          </a:solidFill>
          <a:ln w="12700">
            <a:solidFill>
              <a:srgbClr val="1E17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99A"/>
                </a:solidFill>
              </a:rPr>
              <a:t>LAUNCH 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Verse for You · Check-In #3 · April 26,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 to Late May Launch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252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B6A"/>
                </a:solidFill>
              </a:rPr>
              <a:t>On track for late May — AI features shipped, App Store submitted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61872" y="1691640"/>
            <a:ext cx="45720" cy="3200400"/>
          </a:xfrm>
          <a:prstGeom prst="rect">
            <a:avLst/>
          </a:prstGeom>
          <a:solidFill>
            <a:srgbClr val="E8C99A"/>
          </a:solidFill>
          <a:ln w="12700">
            <a:solidFill>
              <a:srgbClr val="E8C9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6152" y="1760220"/>
            <a:ext cx="137160" cy="137160"/>
          </a:xfrm>
          <a:prstGeom prst="ellipse">
            <a:avLst/>
          </a:prstGeom>
          <a:solidFill>
            <a:srgbClr val="4E7C59"/>
          </a:solidFill>
          <a:ln w="12700">
            <a:solidFill>
              <a:srgbClr val="4E7C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7007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7C59"/>
                </a:solidFill>
              </a:rPr>
              <a:t>Apr 11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08760" y="16916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4A35"/>
                </a:solidFill>
              </a:rPr>
              <a:t>Check-In #1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19385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Security review · 85% complete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216152" y="2217420"/>
            <a:ext cx="137160" cy="137160"/>
          </a:xfrm>
          <a:prstGeom prst="ellipse">
            <a:avLst/>
          </a:prstGeom>
          <a:solidFill>
            <a:srgbClr val="4E7C59"/>
          </a:solidFill>
          <a:ln w="12700">
            <a:solidFill>
              <a:srgbClr val="4E7C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21579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7C59"/>
                </a:solidFill>
              </a:rPr>
              <a:t>Apr 11–18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08760" y="2148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4A35"/>
                </a:solidFill>
              </a:rPr>
              <a:t>Polish Sprint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23957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Auth · UI · TestFlight · Refactors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216152" y="2651760"/>
            <a:ext cx="219456" cy="219456"/>
          </a:xfrm>
          <a:prstGeom prst="ellipse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6151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965A"/>
                </a:solidFill>
              </a:rPr>
              <a:t>Apr 18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08760" y="26060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1F14"/>
                </a:solidFill>
              </a:rPr>
              <a:t>Check-In #2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08760" y="28529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TestFlight live · Auth done · 95% complete ✓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2642616"/>
            <a:ext cx="658368" cy="201168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64261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E1710"/>
                </a:solidFill>
              </a:rPr>
              <a:t>TODAY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216152" y="3131820"/>
            <a:ext cx="137160" cy="137160"/>
          </a:xfrm>
          <a:prstGeom prst="ellipse">
            <a:avLst/>
          </a:prstGeom>
          <a:solidFill>
            <a:srgbClr val="8B7B6A"/>
          </a:solidFill>
          <a:ln w="12700">
            <a:solidFill>
              <a:srgbClr val="8B7B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0723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Apr 18–25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08760" y="30632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F14"/>
                </a:solidFill>
              </a:rPr>
              <a:t>App Store Prep 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08760" y="33101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Complete — all assets submitted to Apple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216152" y="3589020"/>
            <a:ext cx="137160" cy="137160"/>
          </a:xfrm>
          <a:prstGeom prst="ellipse">
            <a:avLst/>
          </a:prstGeom>
          <a:solidFill>
            <a:srgbClr val="8B7B6A"/>
          </a:solidFill>
          <a:ln w="12700">
            <a:solidFill>
              <a:srgbClr val="8B7B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5295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Apr 26 / #3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08760" y="35204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F14"/>
                </a:solidFill>
              </a:rPr>
              <a:t>Submit to App Store 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08760" y="37673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Submitted — under Apple review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216152" y="4046220"/>
            <a:ext cx="137160" cy="137160"/>
          </a:xfrm>
          <a:prstGeom prst="ellipse">
            <a:avLst/>
          </a:prstGeom>
          <a:solidFill>
            <a:srgbClr val="8B7B6A"/>
          </a:solidFill>
          <a:ln w="12700">
            <a:solidFill>
              <a:srgbClr val="8B7B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39867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May 2–9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08760" y="39776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F14"/>
                </a:solidFill>
              </a:rPr>
              <a:t>Beta Feedback Loop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08760" y="42245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TestFlight fixes · Final polish based on feedback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216152" y="4503420"/>
            <a:ext cx="137160" cy="137160"/>
          </a:xfrm>
          <a:prstGeom prst="ellipse">
            <a:avLst/>
          </a:prstGeom>
          <a:solidFill>
            <a:srgbClr val="8B7B6A"/>
          </a:solidFill>
          <a:ln w="12700">
            <a:solidFill>
              <a:srgbClr val="8B7B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44439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Late May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508760" y="4434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F14"/>
                </a:solidFill>
              </a:rPr>
              <a:t>Public Launch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508760" y="46817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App Store live · Marketing push begins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710"/>
          </a:solidFill>
          <a:ln w="12700">
            <a:solidFill>
              <a:srgbClr val="1E17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99A"/>
                </a:solidFill>
              </a:rPr>
              <a:t>WHAT’S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Verse for You · Check-In #3 · April 26,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Critical Path to Launch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252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B6A"/>
                </a:solidFill>
              </a:rPr>
              <a:t>April 26 – May · P0 + P1 features before late May launch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664208"/>
            <a:ext cx="8558784" cy="54864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664208"/>
            <a:ext cx="457200" cy="548640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66420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171907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Account + Cloud Journal Sync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P0: The #1 retention risk. Every reinstall wipes the user’s spiritual history. Requires Sign in with Apple/Google + Postgres-backed verse storage.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" y="2286000"/>
            <a:ext cx="8558784" cy="54864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2286000"/>
            <a:ext cx="457200" cy="548640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286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" y="234086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Daily Push Notifications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25603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P0: Settings toggle has been live for weeks but wired to nothing. Install expo-notifications, request permissions, wire the daily verse delivery.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2608" y="2907792"/>
            <a:ext cx="8558784" cy="54864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907792"/>
            <a:ext cx="457200" cy="548640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90779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296265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Share Image Cards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318211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P1: Text sharing is live. Instagram/TikTok-ready 1080×1920 typeset verse images would double organic reach — the top acquisition channel in faith apps.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2608" y="3529584"/>
            <a:ext cx="8558784" cy="54864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92608" y="3529584"/>
            <a:ext cx="457200" cy="548640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352958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358444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Streak Milestone Share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3803904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P1: 7-day streak should fire an invite-a-friend share sheet, mirroring the verse discovery milestone already live.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2608" y="4151376"/>
            <a:ext cx="8558784" cy="54864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92608" y="4151376"/>
            <a:ext cx="457200" cy="548640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415137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" y="420624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HomeScreen Decomposition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" y="442569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P2: HomeScreen.tsx is ~950 lines. Extract useVerseQuery hook + EmotionInputSection + WeekendPlanBanner components.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710"/>
          </a:solidFill>
          <a:ln w="12700">
            <a:solidFill>
              <a:srgbClr val="1E17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99A"/>
                </a:solidFill>
              </a:rPr>
              <a:t>REVENUE PROJECTION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Verse for You · Check-In #3 · April 26,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 · 12 Months Post-Launch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252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B6A"/>
                </a:solidFill>
              </a:rPr>
              <a:t>Late May 2026 launch — 4 weeks out, core features complete, on track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664208"/>
            <a:ext cx="3200400" cy="315468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664208"/>
            <a:ext cx="3200400" cy="347472"/>
          </a:xfrm>
          <a:prstGeom prst="rect">
            <a:avLst/>
          </a:prstGeom>
          <a:solidFill>
            <a:srgbClr val="1E1710"/>
          </a:solidFill>
          <a:ln w="12700">
            <a:solidFill>
              <a:srgbClr val="1E171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64208"/>
            <a:ext cx="2962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C99A"/>
                </a:solidFill>
              </a:rPr>
              <a:t>KEY ASSUMPTIONS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21031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Launch date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76272" y="2103120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1F14"/>
                </a:solidFill>
              </a:rPr>
              <a:t>Late May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3957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Free users (mo 1)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76272" y="2395728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1F14"/>
                </a:solidFill>
              </a:rPr>
              <a:t>500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688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Paid conversion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76272" y="268833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1F14"/>
                </a:solidFill>
              </a:rPr>
              <a:t>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98094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Sub price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76272" y="2980944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1F14"/>
                </a:solidFill>
              </a:rPr>
              <a:t>$4.99/mo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2735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Freemium cap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76272" y="327355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1F14"/>
                </a:solidFill>
              </a:rPr>
              <a:t>5 searches/day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" y="3566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Church licenses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76272" y="3566160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1F14"/>
                </a:solidFill>
              </a:rPr>
              <a:t>2 by mo 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" y="38587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Donations avg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76272" y="3858768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1F14"/>
                </a:solidFill>
              </a:rPr>
              <a:t>$12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" y="41513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Growth rate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76272" y="415137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1F14"/>
                </a:solidFill>
              </a:rPr>
              <a:t>~25%/mo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" y="44439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Year 1 peak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76272" y="4443984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1F14"/>
                </a:solidFill>
              </a:rPr>
              <a:t>~$7,800/mo</a:t>
            </a:r>
            <a:endParaRPr lang="en-US" sz="10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3639312" y="1664208"/>
          <a:ext cx="521208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286000"/>
            <a:ext cx="3657600" cy="3657600"/>
          </a:xfrm>
          <a:prstGeom prst="ellipse">
            <a:avLst/>
          </a:prstGeom>
          <a:solidFill>
            <a:srgbClr val="2E2018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C4965A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E8C99A"/>
                </a:solidFill>
              </a:rPr>
              <a:t>WHAT'S NEXT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0" y="1298448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Store by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 May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1097280" y="2880360"/>
            <a:ext cx="347472" cy="347472"/>
          </a:xfrm>
          <a:prstGeom prst="ellipse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880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3101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B6A"/>
                </a:solidFill>
              </a:rPr>
              <a:t>Cloud sync is the last P0 — tackle this week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2880360"/>
            <a:ext cx="347472" cy="347472"/>
          </a:xfrm>
          <a:prstGeom prst="ellipse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880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33101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B6A"/>
                </a:solidFill>
              </a:rPr>
              <a:t>Push notifications + streak milestone share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2880360"/>
            <a:ext cx="347472" cy="347472"/>
          </a:xfrm>
          <a:prstGeom prst="ellipse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880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33101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B6A"/>
                </a:solidFill>
              </a:rPr>
              <a:t>Late May launch on track — 4 weeks out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0F09"/>
          </a:solidFill>
          <a:ln w="12700">
            <a:solidFill>
              <a:srgbClr val="140F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Verse for You · Check-In #3 · April 26, 2026 · Prepared by Claude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Verse for You — Check-In #2</dc:title>
  <dc:subject>PptxGenJS Presentation</dc:subject>
  <dc:creator>Claude</dc:creator>
  <cp:lastModifiedBy>Claude</cp:lastModifiedBy>
  <cp:revision>1</cp:revision>
  <dcterms:created xsi:type="dcterms:W3CDTF">2026-04-18T13:08:01Z</dcterms:created>
  <dcterms:modified xsi:type="dcterms:W3CDTF">2026-04-18T13:08:01Z</dcterms:modified>
</cp:coreProperties>
</file>